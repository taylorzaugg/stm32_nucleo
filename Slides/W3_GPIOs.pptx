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17"/>
  </p:notesMasterIdLst>
  <p:handoutMasterIdLst>
    <p:handoutMasterId r:id="rId18"/>
  </p:handoutMasterIdLst>
  <p:sldIdLst>
    <p:sldId id="256" r:id="rId2"/>
    <p:sldId id="261" r:id="rId3"/>
    <p:sldId id="264" r:id="rId4"/>
    <p:sldId id="262" r:id="rId5"/>
    <p:sldId id="263" r:id="rId6"/>
    <p:sldId id="265" r:id="rId7"/>
    <p:sldId id="266" r:id="rId8"/>
    <p:sldId id="271" r:id="rId9"/>
    <p:sldId id="267" r:id="rId10"/>
    <p:sldId id="268" r:id="rId11"/>
    <p:sldId id="272" r:id="rId12"/>
    <p:sldId id="270" r:id="rId13"/>
    <p:sldId id="269" r:id="rId14"/>
    <p:sldId id="273" r:id="rId15"/>
    <p:sldId id="26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2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77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6C0C2E9-422E-42CD-B27D-E8560BB427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70F180-3836-40F6-966E-6D882E5660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67EDED-9CBC-40D7-AFB3-DE25A4B18409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B1A337-59F9-4758-9286-1FB9E1E62F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99131F-052D-4B5F-9206-20BDDC24771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27A1C3-4B56-4049-A087-B62417EF5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1251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8680BD-9FDF-4482-9569-61AAE8D56E1B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463173-2355-40E1-92B6-6E8808A39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9551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49551-CD0E-4DB4-BBC7-C2AE4FA58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B95734-53B5-44E0-B7B6-89EFCC08B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8A762-7598-43DC-8DBD-59AB1371F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732FE-9041-4C25-836E-D947240E5E89}" type="datetime1">
              <a:rPr lang="en-US" smtClean="0"/>
              <a:t>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B9EB5-669A-4CA7-80FF-95D11DDA5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529E8-71B2-46B0-958D-7BB6B75DA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03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DF28E-EF58-402A-8EBD-601A24D5F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AF14B-852E-4832-A1CB-60771C06C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6F422-BBB5-484D-90E5-FD43067BC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9207C-129F-49BA-A9C2-B048C9395F0C}" type="datetime1">
              <a:rPr lang="en-US" smtClean="0"/>
              <a:t>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303BE-E654-4A46-9778-22E1498BC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B6FB2-29AD-4871-9627-5B8CD37DB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335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EA594-51F9-4BE8-AC15-8F8DC4F34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32669-552F-4A7C-87B4-4BEA311ED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15EB5-D3A3-406B-A71F-C758D1180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56512-EB18-440B-8E7B-8A3B5AC670FC}" type="datetime1">
              <a:rPr lang="en-US" smtClean="0"/>
              <a:t>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2BBB4-8BC0-48D5-8CCA-05D48031C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8A78A-BD0D-41E9-957B-A4B347BAA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390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B3E6-1D46-4BC9-AA90-485DF1B44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9F48E-DE53-4DF1-AB74-A5B33D458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FF0CB3-0534-4F9F-A7F0-FC7C7BEAD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F63788-80BF-4C6D-B00B-1B01A5573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5B820-4DFE-44C4-84D0-055A5582BE31}" type="datetime1">
              <a:rPr lang="en-US" smtClean="0"/>
              <a:t>1/26/2025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8CF24E-DFE6-4233-A132-B6A494486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66E22-2A80-45DB-B32F-85A67D0EF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45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3F934-ECF9-40F0-98B9-6D002EC86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CC41A-23D8-46B8-9F68-2B2940A38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9E36BD-C302-4F58-9112-F1E567557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0D9BE2-056E-4A53-8520-1DFBCC49E0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CBB1BA-1233-4B08-8DEC-E2894EBCE8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DC7895-5FE9-4C13-B466-1AEE3DE0C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C5876-CA19-4231-9EA7-C88A89D20275}" type="datetime1">
              <a:rPr lang="en-US" smtClean="0"/>
              <a:t>1/26/2025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A394A4-0CD6-469F-9A62-D539D5864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5C3949-28A5-46D8-ABAF-FE3836215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43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B72BA-9BE9-482E-9390-1C247B876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6376A2-7528-41FB-8AA0-5C85AAA46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84C44-B989-4864-8A04-80FC75739A8B}" type="datetime1">
              <a:rPr lang="en-US" smtClean="0"/>
              <a:t>1/26/2025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98027-5F6B-4CCA-BB43-A242521C7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0409D2-8830-4ADB-A9DB-36C2AA344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506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134B9D-0733-4BC0-8B2F-4721EEB7B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F81B1-075B-4710-A28B-7B6077D61965}" type="datetime1">
              <a:rPr lang="en-US" smtClean="0"/>
              <a:t>1/26/2025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73643-DFB7-4291-903A-39A1A8212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F7A0F-9D98-4482-978B-DED1C574A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701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69ABA-8B26-4854-B37F-A54F53517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6DB3D-C17F-4828-9535-7B1CD424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6AD83F-9687-4378-B4AE-8E26E83B5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5678BA-DA18-4C62-9E8D-8A559A183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36067-E2A9-4C80-A323-B2F24FF905D7}" type="datetime1">
              <a:rPr lang="en-US" smtClean="0"/>
              <a:t>1/26/2025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3F04ED-77D9-49DB-8137-459B0ABB8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889F5B-B601-4B06-94EC-D79A927FF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07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EB31-D4CF-42BE-9246-8EB2881B3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D2EBE5-02BC-4400-B0F2-5A80B66293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9E62C4-2A96-4B3B-92AE-847BE3DAF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25064-E5D2-456A-89D2-0A49928EC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332D0-40BE-4EC8-BEF7-43296E27AADE}" type="datetime1">
              <a:rPr lang="en-US" smtClean="0"/>
              <a:t>1/26/2025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DDBFA5-E959-45CA-8D2C-8960D21C2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CCA5AD-0DDF-41D7-B50C-0F622B7D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628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B4331-46FD-4513-8024-CB60D4BE9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CBEF20-D7A4-46EB-9302-82DB29A42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EDBFE-BB48-4112-AAB1-75EC57492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BFAA-0F44-4577-A430-1725098056C4}" type="datetime1">
              <a:rPr lang="en-US" smtClean="0"/>
              <a:t>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BD716-2843-409A-B6FD-0116AC4E0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5405E-40DF-4413-A41A-662A15467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33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634969-FF60-42B1-AB98-D033501807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1FB05D-6650-41F1-AAE5-567E6DAF1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A1204-5D12-491E-AEDF-28E8B1949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4CB1F-91A1-4101-95B6-6677C5E3CBB0}" type="datetime1">
              <a:rPr lang="en-US" smtClean="0"/>
              <a:t>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DAD92-145F-47DD-BC2E-BE22F27F2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79468-A0BF-4F5E-83D8-B77884B8D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935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75A66-6083-4F0B-A613-7D8AF397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8B137-E2D4-4C7C-BECB-79590BFA5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38698-FA53-4805-BC33-12461DB66F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3D575-A605-46B7-AEAC-92A8EFE905A8}" type="datetime1">
              <a:rPr lang="en-US" smtClean="0"/>
              <a:t>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BB58A-A274-4177-B6B7-11F85F6E3C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92748-E4BF-4AFD-B0D6-951945B73E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041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um.com/@aliaksandr.kavalchuk/the-gpio-output-speed-whats-behind-this-parameter-dcceaa351875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C3F1C5-E83F-45E8-934F-45D6D0A95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D724530D-987C-43F7-938F-1FCF3C5BC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08514" y="1122363"/>
            <a:ext cx="6587413" cy="2387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Embedded &amp; Portable Computing Systems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(ECE433/ECC533)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723C3D5D-C92F-4533-99A1-F608DFA38A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8512" y="3602038"/>
            <a:ext cx="6587415" cy="885986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GPIOs &amp; Power/Clock Domain</a:t>
            </a:r>
          </a:p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345CA05-AAA1-4B89-9E32-AFB9BE60F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B5E6E7-2148-4097-9147-601C9107F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402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407B7-C9FD-4857-90BC-984D9D16A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7" y="146760"/>
            <a:ext cx="184131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Clock Domain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92C1655-71BC-52BC-A5FF-E383290826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8640" y="103734"/>
            <a:ext cx="9810665" cy="6754266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BCBE95-C74B-4FBD-A4E0-95003A610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743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424FB-54BB-A9B1-DEE8-E2E9896A0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04210D2-0046-3F29-9F8E-C03B21B01B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82101" y="0"/>
            <a:ext cx="5571699" cy="6848234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5584A3-C730-59DE-6B9E-37B6313CA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CFA73-FA2A-96D7-7CD9-1520F2F05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618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0969-08EE-0D53-D029-86C72DA56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024171" cy="1325563"/>
          </a:xfrm>
        </p:spPr>
        <p:txBody>
          <a:bodyPr/>
          <a:lstStyle/>
          <a:p>
            <a:r>
              <a:rPr lang="en-US" dirty="0"/>
              <a:t>Power Domain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F4A69C-186C-FF15-1337-A80A2662B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ECE433/533 Boise State University - 2025 - Fady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33D87A-341A-5612-C780-8370EC807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1D4948-C7E1-FF18-1DAC-47147806A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5345" y="581004"/>
            <a:ext cx="3952904" cy="56959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B72F13-0F65-1BE4-D077-A19ADDE95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8956" y="95225"/>
            <a:ext cx="4467258" cy="666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33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BA8F6-89F6-86BE-BE67-4149426E1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947833" cy="1325563"/>
          </a:xfrm>
        </p:spPr>
        <p:txBody>
          <a:bodyPr/>
          <a:lstStyle/>
          <a:p>
            <a:r>
              <a:rPr lang="en-US" dirty="0"/>
              <a:t>Power Supply Overview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0383D01-A812-DF2E-18D2-234D381656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39246" y="136525"/>
            <a:ext cx="5460974" cy="635635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6E3DA6-F4E9-F6AF-2058-0E4BE61A6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ECE433/533 Boise State University - 2025 - Fady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E7BB6E-15B8-59A6-2FEA-DD1586BA8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274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3D357-81E0-7057-A9D5-55E26EA73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516498" cy="1325563"/>
          </a:xfrm>
        </p:spPr>
        <p:txBody>
          <a:bodyPr/>
          <a:lstStyle/>
          <a:p>
            <a:r>
              <a:rPr lang="en-US" dirty="0"/>
              <a:t>GPIO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DC6F5F-FB48-067C-5AA8-999782B79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ECE433/533 Boise State University - 2025 - Fady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78873F-BDB3-66B0-CD0F-E86B7FE6D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405A66-112C-0C32-7C7C-FB72AB5A7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494" y="545395"/>
            <a:ext cx="9827270" cy="541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489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0B88A-3A8C-3F8C-1F8B-9AD32E458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GPIO MODE Register (MODER)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9D062C4-577A-D758-86EB-DFED515549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7692" y="1825625"/>
            <a:ext cx="6716615" cy="435133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692CD-BC93-4178-2634-B44860A1F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ECE433/533 Boise State University - 2025 - Fady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7B920-822E-EF7F-C8F8-5F8E99D1E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562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C18C2-FB99-C35A-7E0B-81725C743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24F3C-E198-ECB9-A1D0-CD93A3AB3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GPIO Port Output Data Register (ODR)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9C001-3850-A27C-95C0-D87D3A99A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ECE433/533 Boise State University - 2025 - Fady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BABB45-F087-F87C-32E9-189AB5CA0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0E959F-CAD7-D275-A485-5AEDC4B44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270" y="1875463"/>
            <a:ext cx="8349476" cy="417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85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769C1-6EDA-91FF-0144-274A8FD84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GPIO Output Type Register (OTYPER)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8A472BF-FF06-6D6F-FC5F-5FE6622059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8309" y="1975673"/>
            <a:ext cx="6759731" cy="244702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D56554-66D1-5AD4-9C6A-5F7C49EDA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ECE433/533 Boise State University - 2025 - Fady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AB6D07-6D05-7E9E-7593-A7B564722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685888-9F7C-2E04-1C8E-9D7A83C8A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586" y="4422697"/>
            <a:ext cx="8043435" cy="160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537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6A459-4613-9873-75C1-4D1E63FBA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GPIO Port Output Speed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A8B7D01-7276-C3C0-F868-E5779495EB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2504" y="1635655"/>
            <a:ext cx="6936192" cy="4375761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CE1ED-D518-C50B-6E67-4C66612B6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ECE433/533 Boise State University - 2025 - Fady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B8A21D-B942-4415-4AA1-08A49F849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3561E7C-4A72-EBB1-33DB-F7E50026E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04" y="3221567"/>
            <a:ext cx="4904317" cy="2725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D41C9D0-61FE-B375-C8C4-F32AA6DE7E2C}"/>
              </a:ext>
            </a:extLst>
          </p:cNvPr>
          <p:cNvSpPr txBox="1"/>
          <p:nvPr/>
        </p:nvSpPr>
        <p:spPr>
          <a:xfrm>
            <a:off x="42457" y="5946966"/>
            <a:ext cx="700180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hlinkClick r:id="rId4"/>
              </a:rPr>
              <a:t>https://medium.com/@aliaksandr.kavalchuk/the-gpio-output-speed-whats-behind-this-parameter-dcceaa351875</a:t>
            </a:r>
            <a:endParaRPr lang="en-US" sz="1100" dirty="0"/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28342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DA3F6-38AC-C023-8357-7FC5F93E9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GPIO Port Bit Set/Reset Register (BSRR)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076F6A3-D9D3-70E9-939C-2A6D0E9CA9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3596" y="1690688"/>
            <a:ext cx="6852268" cy="93503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284E38-B139-061B-976A-3F90D66A8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ECE433/533 Boise State University - 2025 - Fady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FF972A-77E5-7807-A8F4-BD1417BE4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8CA3F6-5379-D84D-1B6E-8EAFAFEA0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6553" y="2496069"/>
            <a:ext cx="7389807" cy="3776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588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88E9B-FB45-147E-F6A6-D7D0CBEE9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GPIO Port Input Data Register (IDR)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E6CE14E-158B-616E-40EF-AE1972A5BC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4106" y="2021673"/>
            <a:ext cx="8187608" cy="3689094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75DA22-2E96-04AD-F455-A2920EB84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ECE433/533 Boise State University - 2025 - Fady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7B1B35-2718-5423-4415-D816FBFE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805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31F85-5F98-D898-A4AC-C80F77822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GPIO Port Pull-Up/Pull-Down Register (PUPDR)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26A7656-B14E-0391-C0A4-D08FA70633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0200" y="1552533"/>
            <a:ext cx="7932535" cy="337954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BA5D39-5CAF-EBEE-0CF1-AC955059C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ECE433/533 Boise State University - 2025 - Fady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AFC055-FC6D-B42D-2B8C-B1B351CFC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10DABF-D148-C431-6210-8A04FFBEF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908" y="4864812"/>
            <a:ext cx="7593105" cy="153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299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01A63-C170-DDB8-B4E1-C5A16CF04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66" y="365125"/>
            <a:ext cx="10932134" cy="667721"/>
          </a:xfrm>
        </p:spPr>
        <p:txBody>
          <a:bodyPr>
            <a:normAutofit fontScale="90000"/>
          </a:bodyPr>
          <a:lstStyle/>
          <a:p>
            <a:r>
              <a:rPr lang="en-US" dirty="0"/>
              <a:t>GPIO Alternate Function Registers (AFR[0] &amp; AFR[1])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DF8C517-CE8B-AF20-1963-14DF32CCE0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013" y="1003397"/>
            <a:ext cx="6131470" cy="2147256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C8ABA-6572-2BFD-7CCE-1EA905AA2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ECE433/533 Boise State University - 2025 - Fady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C6947B-6FCC-315B-A53D-BC88D1171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CF82DA-D1E2-8330-6192-583A920C5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99" y="3240133"/>
            <a:ext cx="4769439" cy="30280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1B3631-1364-9C2F-258E-A9B358A816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7031" y="1181097"/>
            <a:ext cx="5757162" cy="19695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A224F12-8EE0-5B10-F336-C49764C66E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6882" y="3238862"/>
            <a:ext cx="4882846" cy="298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030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DE745-F42E-4798-9733-233713BFD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119033" cy="1325563"/>
          </a:xfrm>
        </p:spPr>
        <p:txBody>
          <a:bodyPr/>
          <a:lstStyle/>
          <a:p>
            <a:r>
              <a:rPr lang="en-US" dirty="0"/>
              <a:t>GPIO Register Map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5B0A1-54FF-4FF8-8205-A5DB3009F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1EF7AF-77DA-4A24-965D-76739725F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EFECB5-8DC8-011E-74BB-7451C8B3A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877" y="30016"/>
            <a:ext cx="7153124" cy="682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888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43480</TotalTime>
  <Words>232</Words>
  <Application>Microsoft Office PowerPoint</Application>
  <PresentationFormat>Widescreen</PresentationFormat>
  <Paragraphs>45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Embedded &amp; Portable Computing Systems  (ECE433/ECC533)</vt:lpstr>
      <vt:lpstr>Clock Domain</vt:lpstr>
      <vt:lpstr>PowerPoint Presentation</vt:lpstr>
      <vt:lpstr>Power Domain</vt:lpstr>
      <vt:lpstr>Power Supply Overview</vt:lpstr>
      <vt:lpstr>GPIO</vt:lpstr>
      <vt:lpstr>GPIO MODE Register (MODER)</vt:lpstr>
      <vt:lpstr>GPIO Port Output Data Register (ODR)</vt:lpstr>
      <vt:lpstr>GPIO Output Type Register (OTYPER)</vt:lpstr>
      <vt:lpstr>GPIO Port Output Speed</vt:lpstr>
      <vt:lpstr>GPIO Port Bit Set/Reset Register (BSRR)</vt:lpstr>
      <vt:lpstr>GPIO Port Input Data Register (IDR)</vt:lpstr>
      <vt:lpstr>GPIO Port Pull-Up/Pull-Down Register (PUPDR)</vt:lpstr>
      <vt:lpstr>GPIO Alternate Function Registers (AFR[0] &amp; AFR[1])</vt:lpstr>
      <vt:lpstr>GPIO Register 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&amp; Portable Computing Systems  (ECE433/ECC533)</dc:title>
  <dc:creator>Fady Hussein</dc:creator>
  <cp:lastModifiedBy>Fady Hussein</cp:lastModifiedBy>
  <cp:revision>61</cp:revision>
  <dcterms:created xsi:type="dcterms:W3CDTF">2019-01-12T15:06:13Z</dcterms:created>
  <dcterms:modified xsi:type="dcterms:W3CDTF">2025-01-27T00:46:12Z</dcterms:modified>
</cp:coreProperties>
</file>