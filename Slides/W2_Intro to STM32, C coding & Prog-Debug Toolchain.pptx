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5"/>
  </p:notesMasterIdLst>
  <p:handoutMasterIdLst>
    <p:handoutMasterId r:id="rId6"/>
  </p:handoutMasterIdLst>
  <p:sldIdLst>
    <p:sldId id="256" r:id="rId2"/>
    <p:sldId id="260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C0C2E9-422E-42CD-B27D-E8560BB427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0F180-3836-40F6-966E-6D882E5660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EDED-9CBC-40D7-AFB3-DE25A4B18409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1A337-59F9-4758-9286-1FB9E1E62F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9131F-052D-4B5F-9206-20BDDC2477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7A1C3-4B56-4049-A087-B62417EF5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251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680BD-9FDF-4482-9569-61AAE8D56E1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63173-2355-40E1-92B6-6E8808A3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551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9551-CD0E-4DB4-BBC7-C2AE4FA58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95734-53B5-44E0-B7B6-89EFCC08B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A762-7598-43DC-8DBD-59AB1371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32FE-9041-4C25-836E-D947240E5E89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B9EB5-669A-4CA7-80FF-95D11DDA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529E8-71B2-46B0-958D-7BB6B75D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3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F28E-EF58-402A-8EBD-601A24D5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F14B-852E-4832-A1CB-60771C06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F422-BBB5-484D-90E5-FD43067B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207C-129F-49BA-A9C2-B048C9395F0C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303BE-E654-4A46-9778-22E1498B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B6FB2-29AD-4871-9627-5B8CD37D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3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A594-51F9-4BE8-AC15-8F8DC4F34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32669-552F-4A7C-87B4-4BEA311ED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5EB5-D3A3-406B-A71F-C758D118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56512-EB18-440B-8E7B-8A3B5AC670FC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BBB4-8BC0-48D5-8CCA-05D48031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8A78A-BD0D-41E9-957B-A4B347BA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9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B3E6-1D46-4BC9-AA90-485DF1B4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F48E-DE53-4DF1-AB74-A5B33D458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F0CB3-0534-4F9F-A7F0-FC7C7BEAD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63788-80BF-4C6D-B00B-1B01A5573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5B820-4DFE-44C4-84D0-055A5582BE31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CF24E-DFE6-4233-A132-B6A49448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66E22-2A80-45DB-B32F-85A67D0E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45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F934-ECF9-40F0-98B9-6D002EC8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CC41A-23D8-46B8-9F68-2B2940A38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E36BD-C302-4F58-9112-F1E567557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D9BE2-056E-4A53-8520-1DFBCC49E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BB1BA-1233-4B08-8DEC-E2894EBCE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C7895-5FE9-4C13-B466-1AEE3DE0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C5876-CA19-4231-9EA7-C88A89D20275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394A4-0CD6-469F-9A62-D539D586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C3949-28A5-46D8-ABAF-FE383621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43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72BA-9BE9-482E-9390-1C247B87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6376A2-7528-41FB-8AA0-5C85AAA4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4C44-B989-4864-8A04-80FC75739A8B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98027-5F6B-4CCA-BB43-A242521C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409D2-8830-4ADB-A9DB-36C2AA34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0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34B9D-0733-4BC0-8B2F-4721EEB7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81B1-075B-4710-A28B-7B6077D61965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73643-DFB7-4291-903A-39A1A821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F7A0F-9D98-4482-978B-DED1C574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0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9ABA-8B26-4854-B37F-A54F5351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6DB3D-C17F-4828-9535-7B1CD424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AD83F-9687-4378-B4AE-8E26E83B5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678BA-DA18-4C62-9E8D-8A559A18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36067-E2A9-4C80-A323-B2F24FF905D7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F04ED-77D9-49DB-8137-459B0ABB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89F5B-B601-4B06-94EC-D79A927F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0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EB31-D4CF-42BE-9246-8EB2881B3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2EBE5-02BC-4400-B0F2-5A80B6629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E62C4-2A96-4B3B-92AE-847BE3DAF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25064-E5D2-456A-89D2-0A49928E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332D0-40BE-4EC8-BEF7-43296E27AADE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DBFA5-E959-45CA-8D2C-8960D21C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CA5AD-0DDF-41D7-B50C-0F622B7D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62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4331-46FD-4513-8024-CB60D4BE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BEF20-D7A4-46EB-9302-82DB29A42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EDBFE-BB48-4112-AAB1-75EC57492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BFAA-0F44-4577-A430-1725098056C4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BD716-2843-409A-B6FD-0116AC4E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5405E-40DF-4413-A41A-662A1546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3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34969-FF60-42B1-AB98-D03350180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FB05D-6650-41F1-AAE5-567E6DAF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1204-5D12-491E-AEDF-28E8B194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CB1F-91A1-4101-95B6-6677C5E3CBB0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AD92-145F-47DD-BC2E-BE22F27F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79468-A0BF-4F5E-83D8-B77884B8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3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75A66-6083-4F0B-A613-7D8AF39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8B137-E2D4-4C7C-BECB-79590BFA5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38698-FA53-4805-BC33-12461DB66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3D575-A605-46B7-AEAC-92A8EFE905A8}" type="datetime1">
              <a:rPr lang="en-US" smtClean="0"/>
              <a:t>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BB58A-A274-4177-B6B7-11F85F6E3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92748-E4BF-4AFD-B0D6-951945B73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04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3F1C5-E83F-45E8-934F-45D6D0A9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724530D-987C-43F7-938F-1FCF3C5BC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8514" y="1122363"/>
            <a:ext cx="6587413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Embedded &amp; Portable Computing Systems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(ECE433/ECC533)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23C3D5D-C92F-4533-99A1-F608DFA38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8512" y="3602038"/>
            <a:ext cx="6587415" cy="88598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Intro to STM32, C Coding &amp; IDE</a:t>
            </a:r>
          </a:p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45CA05-AAA1-4B89-9E32-AFB9BE60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B5E6E7-2148-4097-9147-601C9107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402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E745-F42E-4798-9733-233713BF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2CE0A-9043-4114-9CBE-38A3A4224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Navigate through the tools</a:t>
            </a:r>
          </a:p>
          <a:p>
            <a:r>
              <a:rPr lang="en-US" dirty="0"/>
              <a:t>Create a project </a:t>
            </a:r>
          </a:p>
          <a:p>
            <a:r>
              <a:rPr lang="en-US" dirty="0"/>
              <a:t>Write some code, compile, debug, …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5B0A1-54FF-4FF8-8205-A5DB3009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EF7AF-77DA-4A24-965D-76739725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88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C916-2A9E-490C-A062-ECAACC58E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8E846-D382-42DA-9372-9FB1D5EE2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2138" cy="4351338"/>
          </a:xfrm>
        </p:spPr>
        <p:txBody>
          <a:bodyPr/>
          <a:lstStyle/>
          <a:p>
            <a:r>
              <a:rPr lang="en-US" dirty="0"/>
              <a:t>Issues connecting to the board?</a:t>
            </a:r>
          </a:p>
          <a:p>
            <a:pPr lvl="1"/>
            <a:r>
              <a:rPr lang="en-US" dirty="0"/>
              <a:t>Install driver (STSW-LINK009)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Issues communicating with the board?</a:t>
            </a:r>
          </a:p>
          <a:p>
            <a:pPr lvl="1"/>
            <a:r>
              <a:rPr lang="en-US" dirty="0"/>
              <a:t>Install (STSW-LINK007) and upgrade firmware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81E66-5706-402D-85F7-ED71E35D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09ED6-DEE9-4405-AACB-9FF55674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CF038D-C334-46F1-ABE7-74A1BAB62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628" y="641445"/>
            <a:ext cx="5396357" cy="3132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309B9C-2185-4012-B0C2-49E73A2D3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046" y="3922914"/>
            <a:ext cx="5219256" cy="243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73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36885</TotalTime>
  <Words>91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Embedded &amp; Portable Computing Systems  (ECE433/ECC533)</vt:lpstr>
      <vt:lpstr>Example Code</vt:lpstr>
      <vt:lpstr>Tool issue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&amp; Portable Computing Systems  (ECE433/ECC533)</dc:title>
  <dc:creator>Fady Hussein</dc:creator>
  <cp:lastModifiedBy>Fady Hussein</cp:lastModifiedBy>
  <cp:revision>60</cp:revision>
  <dcterms:created xsi:type="dcterms:W3CDTF">2019-01-12T15:06:13Z</dcterms:created>
  <dcterms:modified xsi:type="dcterms:W3CDTF">2025-01-18T19:09:19Z</dcterms:modified>
</cp:coreProperties>
</file>